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Reconstruction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spc="250" kern="0" dirty="0">
                <a:solidFill>
                  <a:srgbClr val="FFFF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SuGaR: Gaussian to Mesh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Surface-Aligned Gaussian Splatting for High-Quality Mesh Reconstruction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0" y="3200400"/>
            <a:ext cx="365760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2.6 + CUDA 12.4  |  RTX 4060 8GB  |  WSL2 Ubuntu 22.04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2026-06-24</a:t>
            </a:r>
            <a:endParaRPr lang="en-US" sz="10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内容概览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背景：3D Gaussian Splatting 简介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论文问题与 3DGS 基本原理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470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8470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方法：核心算法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12140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Alignment / Mesh Extraction / Refinement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5054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25054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实验复现：环境与结果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77977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+ train 双场景验证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163824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638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31638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资产检查与管线集成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43814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Blender 检查 / 绑定 / 游戏引擎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822192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221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3822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接口文档与改进方案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09651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可复用接口 / 失败案例 / 未来计划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8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spc="250" kern="0" dirty="0">
                <a:solidFill>
                  <a:srgbClr val="FFFF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背景：3D Gaussian Splatting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800" dirty="0"/>
          </a:p>
        </p:txBody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论文问题：3DGS 的局限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200400"/>
          </a:xfrm>
          <a:prstGeom prst="rect">
            <a:avLst>
              <a:gd name="adj" fmla="val 2286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3DGS 的优势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新视角合成质量极高 (PSNR &gt; 30dB)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实时渲染速度 (&gt;100 FPS)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训练速度快 (~30 min / 30K iter)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超越 NeRF 的隐式表示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3840480" cy="3200400"/>
          </a:xfrm>
          <a:prstGeom prst="rect">
            <a:avLst>
              <a:gd name="adj" fmla="val 2286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3DGS 的局限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5544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输出是点云，不是 Mesh</a:t>
            </a:r>
            <a:endParaRPr lang="en-US" sz="11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无法直接导入 Blender / 游戏引擎</a:t>
            </a:r>
            <a:endParaRPr lang="en-US" sz="11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无法进行骨骼绑定和动画</a:t>
            </a:r>
            <a:endParaRPr lang="en-US" sz="11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无法进行几何检查 (破面、流形)</a:t>
            </a:r>
            <a:endParaRPr lang="en-US" sz="11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 3D 打印或 CAD 编辑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Gaussians 自由浮动，无表面约束</a:t>
            </a:r>
            <a:endParaRPr lang="en-US" sz="11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无法直接提取 UV 纹理</a:t>
            </a:r>
            <a:endParaRPr lang="en-US" sz="11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无法接入传统三维资产管线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434840"/>
            <a:ext cx="8229600" cy="457200"/>
          </a:xfrm>
          <a:prstGeom prst="rect">
            <a:avLst>
              <a:gd name="adj" fmla="val 16000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的目标：</a:t>
            </a:r>
            <a:pPr indent="0" marL="0"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 3DGS 点云转换为带 UV 纹理的高质量 Mesh，接入传统三维资产管线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800" dirty="0"/>
          </a:p>
        </p:txBody>
      </p:sp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Gaussian Splatting 原理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200400"/>
          </a:xfrm>
          <a:prstGeom prst="rect">
            <a:avLst>
              <a:gd name="adj" fmla="val 2286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Gaussian 属性 (62 维)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 (xyz): 3 维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法线 (normal): 3 维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球谐系数 f_dc: 3 维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球谐系数 f_rest: 45 维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不透明度 (opacity): 1 维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缩放 (scale): 3 维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旋转 (rotation): 4 维 (四元数)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总计: 62 维 / Gaussian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3840480" cy="3200400"/>
          </a:xfrm>
          <a:prstGeom prst="rect">
            <a:avLst>
              <a:gd name="adj" fmla="val 2286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C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训练流程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5544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COLMAP SfM 初始化稀疏点云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点云 -&gt; 3D Gaussians 初始化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可微光栅化渲染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梯度回传优化 Gaussian 参数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自适应密度控制 (split/clone)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迭代 30K 次收敛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输出: point_cloud.ply (~442MB)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8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spc="250" kern="0" dirty="0">
                <a:solidFill>
                  <a:srgbClr val="FFFF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SuGaR 方法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800" dirty="0"/>
          </a:p>
        </p:txBody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SuGaR 核心思想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Surface-Aligned Gaussian Splatting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SDF 正则化 (SDF Regularization)</a:t>
            </a:r>
            <a:endParaRPr lang="en-US" sz="12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估计 Signed Distance Field，约束 Gaussians 分布在零等值面附近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Depth-Normal 一致性 (dn_consistency)</a:t>
            </a:r>
            <a:endParaRPr lang="en-US" sz="12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渲染深度梯度与 Gaussian 法线方向一致，确保表面平滑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提取 (Marching Cubes)</a:t>
            </a:r>
            <a:endParaRPr lang="en-US" sz="12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SDF 场提取等值面，生成三角形 mesh，支持 surface level 和 decimation 控制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Mesh-Bound Gaussian Refinement</a:t>
            </a:r>
            <a:endParaRPr lang="en-US" sz="12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 Gaussians 绑定到 mesh 三角形，UV 参数化生成纹理，联合优化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8229600" cy="594360"/>
          </a:xfrm>
          <a:prstGeom prst="rect">
            <a:avLst>
              <a:gd name="adj" fmla="val 12308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404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关键创新：</a:t>
            </a:r>
            <a:pPr indent="0" marL="0"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 SDF 正则化将自由浮动的 Gaussians "压"到场景表面上，使 mesh 提取成为可能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8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 Alignment 机制详解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200400"/>
          </a:xfrm>
          <a:prstGeom prst="rect">
            <a:avLst>
              <a:gd name="adj" fmla="val 2286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问题：为什么需要对齐？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3DGS Gaussians 自由浮动</a:t>
            </a:r>
            <a:endParaRPr lang="en-US" sz="11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无表面约束，Gaussian 可在空间任意位置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直接提取 mesh 会产生大量噪声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表面区域 Gaussian 密度不均匀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无法区分表面内外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Poisson 重建质量差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需要将 Gaussians "压"到表面上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3840480" cy="3200400"/>
          </a:xfrm>
          <a:prstGeom prst="rect">
            <a:avLst>
              <a:gd name="adj" fmla="val 2286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SuGaR 解决方案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5544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密度场估计</a:t>
            </a:r>
            <a:endParaRPr lang="en-US" sz="11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Gaussian 中心估计空间密度分布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SDF 正则化</a:t>
            </a:r>
            <a:endParaRPr lang="en-US" sz="11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L_sdf = E[|SDF(x)|] 约束在零等值面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Depth-Normal 一致性</a:t>
            </a:r>
            <a:endParaRPr lang="en-US" sz="11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渲染深度梯度方向 = Gaussian 法线方向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表面采样</a:t>
            </a:r>
            <a:endParaRPr lang="en-US" sz="11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在零等值面附近采样点，引导对齐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8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 Extraction 详解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200400"/>
          </a:xfrm>
          <a:prstGeom prst="rect">
            <a:avLst>
              <a:gd name="adj" fmla="val 2286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Marching Cubes 提取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SDF 场提取等值面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遍历 3D 网格，三角化零等值面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Level 参数:</a:t>
            </a:r>
            <a:endParaRPr lang="en-US" sz="11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level01: 稀疏表面 (细节少)</a:t>
            </a:r>
            <a:endParaRPr lang="en-US" sz="11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level03: 中等密度 (推荐)</a:t>
            </a:r>
            <a:endParaRPr lang="en-US" sz="11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level05: 紧密表面 (碎片少)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Decimation 参数:</a:t>
            </a:r>
            <a:endParaRPr lang="en-US" sz="11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decim200000: 低面数 (~15MB)</a:t>
            </a:r>
            <a:endParaRPr lang="en-US" sz="11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decim1000000: 高面数 (~55MB)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3840480" cy="3200400"/>
          </a:xfrm>
          <a:prstGeom prst="rect">
            <a:avLst>
              <a:gd name="adj" fmla="val 2286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C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输出文件 (6 个 PLY)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5544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每个场景输出 6 个 PLY:</a:t>
            </a:r>
            <a:endParaRPr lang="en-US" sz="11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levels x 2 decimations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命名规则:</a:t>
            </a:r>
            <a:endParaRPr lang="en-US" sz="11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sugarmesh_3Dgs{iter}_densityestim</a:t>
            </a:r>
            <a:endParaRPr lang="en-US" sz="11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02_sdfnorm02_level{L}_decim{N}.ply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推荐使用:</a:t>
            </a:r>
            <a:endParaRPr lang="en-US" sz="11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level03_decim1000000.ply</a:t>
            </a:r>
            <a:endParaRPr lang="en-US" sz="11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平衡细节与面数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8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Mesh-Bound Gaussian Refinement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 Gaussians 绑定到 mesh 表面，生成 UV 纹理贴图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468880" cy="2926080"/>
          </a:xfrm>
          <a:prstGeom prst="rect">
            <a:avLst>
              <a:gd name="adj" fmla="val 2963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绑定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每个三角形绑定 1-4 个 Gaussians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位置 = 三角形重心 + 偏移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不再自由浮动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位置由 mesh 顶点驱动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1417320"/>
            <a:ext cx="2468880" cy="2926080"/>
          </a:xfrm>
          <a:prstGeom prst="rect">
            <a:avLst>
              <a:gd name="adj" fmla="val 2963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508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UV 参数化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18288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展开到 2D UV 空间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每个三角形获得 UV 坐标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颜色 -&gt; UV 纹理像素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生成纹理贴图 (.png)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60720" y="1417320"/>
            <a:ext cx="2468880" cy="2926080"/>
          </a:xfrm>
          <a:prstGeom prst="rect">
            <a:avLst>
              <a:gd name="adj" fmla="val 2963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1508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联合优化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97880" y="18288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同时优化 mesh 顶点位置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 Gaussian 属性 (颜色/透明度)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梯度通过 mesh 传播到 Gaussian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输出: .obj + .mtl + .png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480560"/>
            <a:ext cx="8229600" cy="365760"/>
          </a:xfrm>
          <a:prstGeom prst="rect">
            <a:avLst>
              <a:gd name="adj" fmla="val 20000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作用：</a:t>
            </a:r>
            <a:pPr indent="0" marL="0">
              <a:buNone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生成可直接用于游戏引擎/Blender 的带纹理 mesh，Gaussian 渲染质量 + Mesh 可编辑性兼得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800" dirty="0"/>
          </a:p>
        </p:txBody>
      </p:sp>
      <p:sp>
        <p:nvSpPr>
          <p:cNvPr id="1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完整流程 (5 步)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1E1E3A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33856" y="1627632"/>
            <a:ext cx="292608" cy="29260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" y="1627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3DGS 训练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1762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点云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235915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 min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65960" y="2057400"/>
            <a:ext cx="27432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240280" y="155448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1E1E3A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79776" y="1627632"/>
            <a:ext cx="292608" cy="29260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2779776" y="1627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40280" y="1965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Coarse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40280" y="21762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Surface-aligned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40280" y="235915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20-40 min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11880" y="2057400"/>
            <a:ext cx="27432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886200" y="155448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1E1E3A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25696" y="1627632"/>
            <a:ext cx="292608" cy="29260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0" name="Text 18"/>
          <p:cNvSpPr/>
          <p:nvPr/>
        </p:nvSpPr>
        <p:spPr>
          <a:xfrm>
            <a:off x="4425696" y="1627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86200" y="1965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Mesh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86200" y="21762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三角形 mesh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86200" y="235915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min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257800" y="2057400"/>
            <a:ext cx="27432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532120" y="155448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1E1E3A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71616" y="1627632"/>
            <a:ext cx="292608" cy="29260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7" name="Text 25"/>
          <p:cNvSpPr/>
          <p:nvPr/>
        </p:nvSpPr>
        <p:spPr>
          <a:xfrm>
            <a:off x="6071616" y="1627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32120" y="1965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32120" y="21762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UV-textured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32120" y="235915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 min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03720" y="2057400"/>
            <a:ext cx="27432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178040" y="155448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1E1E3A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717536" y="1627632"/>
            <a:ext cx="292608" cy="29260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4" name="Text 32"/>
          <p:cNvSpPr/>
          <p:nvPr/>
        </p:nvSpPr>
        <p:spPr>
          <a:xfrm>
            <a:off x="7717536" y="1627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78040" y="1965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Mesh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78040" y="21762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+ PNG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178040" y="235915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min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2926080"/>
            <a:ext cx="8229600" cy="1554480"/>
          </a:xfrm>
          <a:prstGeom prst="rect">
            <a:avLst>
              <a:gd name="adj" fmla="val 4706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017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各步骤输出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91840"/>
          <a:ext cx="7863840" cy="109728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3200400"/>
                <a:gridCol w="13716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0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步骤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0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脚本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0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输出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0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格式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3DGS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train.py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point_cloud.ply (~442MB)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Coarse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train.py -r dn_consistency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15000.pt (~289MB)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Mesh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extract_mesh.py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6x PLY (~15-55MB each)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Refined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train_refined.py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3000.pt (~914MB)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Final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extract_refined_mesh_with_texture.py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.obj + .mtl + .png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OBJ+PNG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1" name="Text 3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800" dirty="0"/>
          </a:p>
        </p:txBody>
      </p:sp>
      <p:sp>
        <p:nvSpPr>
          <p:cNvPr id="4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spc="250" kern="0" dirty="0">
                <a:solidFill>
                  <a:srgbClr val="FFFF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实验复现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800" dirty="0"/>
          </a:p>
        </p:txBody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环境配置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28600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0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组件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0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版本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0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0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安装方式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WSL2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22.04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子系统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wsl --install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CUDA Toolkit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计算工具包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官网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2.6.0+cu124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深度学习框架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conda 环境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conda create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diff_gaussian_rasterization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编译安装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3DGS CUDA 光栅化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simple-knn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编译安装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CUDA 扩展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nvdiffrast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编译安装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光栅化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pytorch3d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编译安装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Mesh 操作库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git+...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34840"/>
            <a:ext cx="8229600" cy="411480"/>
          </a:xfrm>
          <a:prstGeom prst="rect">
            <a:avLst>
              <a:gd name="adj" fmla="val 17778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关键环境变量: </a:t>
            </a:r>
            <a:pPr indent="0" marL="0">
              <a:buNone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LD_LIBRARY_PATH 须包含 PyTorch lib 路径，否则 simple-knn 报 libc10.so not found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8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实验结果：truck 场景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200400"/>
          </a:xfrm>
          <a:prstGeom prst="rect">
            <a:avLst>
              <a:gd name="adj" fmla="val 2286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训练参数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数据集: Tanks &amp; Temples - truck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图像数量: 219 张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3DGS 迭代: 7000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Coarse: 15000 iter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Refined: 3000 iter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正则化: dn_consistency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level: 03 (推荐)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Decimation: 1000000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3840480" cy="3200400"/>
          </a:xfrm>
          <a:prstGeom prst="rect">
            <a:avLst>
              <a:gd name="adj" fmla="val 2286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C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输出文件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5544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Gaussians: 1.87M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point_cloud.ply: ~442MB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checkpoint: ~289MB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mesh: 6 PLY (15-55MB)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checkpoint: ~914MB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truck.obj: 171MB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truck.png (纹理): 76MB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truck.mtl (材质)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434840"/>
            <a:ext cx="8229600" cy="411480"/>
          </a:xfrm>
          <a:prstGeom prst="rect">
            <a:avLst>
              <a:gd name="adj" fmla="val 17778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Blender 验证: </a:t>
            </a:r>
            <a:pPr indent="0" marL="0">
              <a:buNone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纹理在 Material Preview 模式正确显示，存在漂浮碎片需清理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800" dirty="0"/>
          </a:p>
        </p:txBody>
      </p:sp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实验结果：train 场景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200400"/>
          </a:xfrm>
          <a:prstGeom prst="rect">
            <a:avLst>
              <a:gd name="adj" fmla="val 2286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训练参数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数据集: Tanks &amp; Temples - train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图像数量: 263 张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3DGS 迭代: 7000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Coarse: 15000 iter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Refined: 3000 iter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正则化: dn_consistency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level: 03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Decimation: 1000000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3840480" cy="3200400"/>
          </a:xfrm>
          <a:prstGeom prst="rect">
            <a:avLst>
              <a:gd name="adj" fmla="val 2286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C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输出文件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5544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Gaussians: 0.67M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point_cloud.ply: ~442MB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mesh: 6 PLY (13-50MB)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train.obj: 155MB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train.png (纹理): 78MB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train.mtl (材质)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434840"/>
            <a:ext cx="8229600" cy="411480"/>
          </a:xfrm>
          <a:prstGeom prst="rect">
            <a:avLst>
              <a:gd name="adj" fmla="val 17778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质量对比: </a:t>
            </a:r>
            <a:pPr indent="0" marL="0">
              <a:buNone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场景更复杂 (多车厢/轨道/地面)，碎片更多，需增加迭代或 Blender 清理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800" dirty="0"/>
          </a:p>
        </p:txBody>
      </p:sp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输出分类与用途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3200400"/>
          </a:xfrm>
          <a:prstGeom prst="rect">
            <a:avLst>
              <a:gd name="adj" fmla="val 2857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 输出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Mesh (.ply)</a:t>
            </a:r>
            <a:endParaRPr lang="en-US" sz="10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纯几何，无纹理</a:t>
            </a:r>
            <a:endParaRPr lang="en-US" sz="10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个文件/场景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Mesh (.obj)</a:t>
            </a:r>
            <a:endParaRPr lang="en-US" sz="10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+ UV + 材质</a:t>
            </a:r>
            <a:endParaRPr lang="en-US" sz="10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纹理贴图 (.png)</a:t>
            </a:r>
            <a:endParaRPr lang="en-US" sz="10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材质定义 (.mtl)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用途:</a:t>
            </a:r>
            <a:endParaRPr lang="en-US" sz="10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Blender / 游戏引擎 / 3D 打印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560320" cy="3200400"/>
          </a:xfrm>
          <a:prstGeom prst="rect">
            <a:avLst>
              <a:gd name="adj" fmla="val 2857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Refined Gaussian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29000" y="1508760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Checkpoint (.pt)</a:t>
            </a:r>
            <a:endParaRPr lang="en-US" sz="10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Surface-aligned Gaussians</a:t>
            </a:r>
            <a:endParaRPr lang="en-US" sz="10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~289MB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Checkpoint (.pt)</a:t>
            </a:r>
            <a:endParaRPr lang="en-US" sz="10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UV-textured Gaussians</a:t>
            </a:r>
            <a:endParaRPr lang="en-US" sz="10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~914MB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用途:</a:t>
            </a:r>
            <a:endParaRPr lang="en-US" sz="10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 / 渲染 / 后续训练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560320" cy="3200400"/>
          </a:xfrm>
          <a:prstGeom prst="rect">
            <a:avLst>
              <a:gd name="adj" fmla="val 2857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渲染用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1508760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3DGS Point Cloud (.ply)</a:t>
            </a:r>
            <a:endParaRPr lang="en-US" sz="10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点云 ~442MB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(.json)</a:t>
            </a:r>
            <a:endParaRPr lang="en-US" sz="10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相机内外参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用途:</a:t>
            </a:r>
            <a:endParaRPr lang="en-US" sz="10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SIBR Viewer 实时渲染</a:t>
            </a:r>
            <a:endParaRPr lang="en-US" sz="10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新视角合成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800" dirty="0"/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Check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Blender 资产检查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182880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0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检查项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0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操作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0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truck 结果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0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结果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(尺度)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查看 Dimensions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Axes (坐标轴)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检查朝向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Z-up 正确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Z-up 正确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Normals (法线)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Recalculate Outside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需重计算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需重计算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 Faces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Up &gt; Fill Holes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少量孔洞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较多孔洞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Floating Debris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Up &gt; Delete Loose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有碎片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碎片较多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Non-Manifold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All by Trait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少量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较多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Preview 模式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正确显示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正确显示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914400"/>
          </a:xfrm>
          <a:prstGeom prst="rect">
            <a:avLst>
              <a:gd name="adj" fmla="val 8000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39319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清理脚本 (Blender Python)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bpy.ops.mesh.delete_loose()  |  bpy.ops.mesh.merge_by_distance(threshold=0.001)  |  bpy.ops.mesh.normals_make_consistent(inside=False)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8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后续管线接入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468880" cy="3200400"/>
          </a:xfrm>
          <a:prstGeom prst="rect">
            <a:avLst>
              <a:gd name="adj" fmla="val 2963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骨骼绑定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清理 mesh (流形化)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Decimate &lt; 50K 面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检查 non-manifold 边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Armature 自动绑定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Automatic Weights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decim200000 版本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08960" y="1097280"/>
            <a:ext cx="2468880" cy="3200400"/>
          </a:xfrm>
          <a:prstGeom prst="rect">
            <a:avLst>
              <a:gd name="adj" fmla="val 2963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188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动画驱动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46120" y="150876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低面数版本动画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NLA Strip / Action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导出 FBX / GLB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UE5: Import FBX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Unity: 拖入 Assets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Godot: Import GLB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0" y="1097280"/>
            <a:ext cx="2468880" cy="3200400"/>
          </a:xfrm>
          <a:prstGeom prst="rect">
            <a:avLst>
              <a:gd name="adj" fmla="val 2963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188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几何检查自动化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97880" y="150876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trimesh.load(obj)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is_watertight 检查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euler_number 流形验证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face_adjacency 自相交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 尺度检查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可集成到 CI/CD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800" dirty="0"/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spc="250" kern="0" dirty="0">
                <a:solidFill>
                  <a:srgbClr val="FFFF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接口文档与改进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800" dirty="0"/>
          </a:p>
        </p:txBody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可复用资产转换接口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完整接口文档 (15 章 HTML)</a:t>
            </a:r>
            <a:endParaRPr lang="en-US" sz="12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输入格式 / 环境配置 / 5 步流程 / 参数表 / 输出分类 / Blender 检查 / 管线集成 / 常见问题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一键运行脚本 (full_pipeline.sh)</a:t>
            </a:r>
            <a:endParaRPr lang="en-US" sz="12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full_pipeline.sh &lt;scene_path&gt; [iterations] [refine_iterations]</a:t>
            </a:r>
            <a:endParaRPr lang="en-US" sz="12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自动完成 5 步流程，自动查找 checkpoint 和 mesh 文件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仓库</a:t>
            </a:r>
            <a:endParaRPr lang="en-US" sz="12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https://github.com/zhumeng-bit/sugar-gaussian-to-mesh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在线文档 (GitHub Pages)</a:t>
            </a:r>
            <a:endParaRPr lang="en-US" sz="12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https://zhumeng-bit.github.io/sugar-gaussian-to-mesh/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F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标准化输出目录清单</a:t>
            </a:r>
            <a:endParaRPr lang="en-US" sz="12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standardized_output/README.md - 文件分类、大小、命名规范、Blender 检查结果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4343400"/>
            <a:ext cx="8229600" cy="457200"/>
          </a:xfrm>
          <a:prstGeom prst="rect">
            <a:avLst>
              <a:gd name="adj" fmla="val 16000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后续成员</a:t>
            </a:r>
            <a:pPr indent="0" marL="0"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可按照文档复现同样流程，无需重新摸索环境配置和参数调优。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8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失败案例与解决方案</a:t>
            </a:r>
            <a:endParaRPr lang="en-US" sz="2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2011680"/>
                <a:gridCol w="21031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0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问题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0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现象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0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0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解决方案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OOM Killed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PLY 导出时进程被杀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WSL 内存 7.6GB 不足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--data_device cpu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路径解析错误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IsADirectoryError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命令行 \ 换行截断路径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命令写在单行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torch.load 错误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weights_only=True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 2.6 默认变更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添加 weights_only=False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libc10.so 找不到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simple-knn 导入失败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LD_LIBRARY_PATH 缺失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添加 PyTorch lib 路径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Coarse mesh 路径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truck.ply not found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路径构造逻辑错误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修改 refined_mesh.py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Mesh 碎片多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大量漂浮碎片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迭代不足/场景复杂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Blender 清理 + 增加迭代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.wslconfig 无效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memory=16GB 不生效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WSL2 配置未加载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7A9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wsl --shutdown 重启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34840"/>
            <a:ext cx="8229600" cy="411480"/>
          </a:xfrm>
          <a:prstGeom prst="rect">
            <a:avLst>
              <a:gd name="adj" fmla="val 17778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经验: </a:t>
            </a:r>
            <a:pPr indent="0" marL="0">
              <a:buNone/>
            </a:pPr>
            <a:r>
              <a:rPr lang="en-US" sz="10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类问题均已记录解决方案并写入接口文档，后续成员可直接查阅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8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潜在改进方案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200400"/>
          </a:xfrm>
          <a:prstGeom prst="rect">
            <a:avLst>
              <a:gd name="adj" fmla="val 2286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短期改进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 WSL 内存到 16GB+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 .wslconfig (wsl --shutdown)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30000 iterations 训练</a:t>
            </a:r>
            <a:endParaRPr lang="en-US" sz="11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 Gaussian 质量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尝试不同 surface level</a:t>
            </a:r>
            <a:endParaRPr lang="en-US" sz="11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level05 碎片更少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Blender 自动化清理脚本</a:t>
            </a:r>
            <a:endParaRPr lang="en-US" sz="11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Loose + Merge + Normals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 Refined 迭代到 5000+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3840480" cy="3200400"/>
          </a:xfrm>
          <a:prstGeom prst="rect">
            <a:avLst>
              <a:gd name="adj" fmla="val 2286"/>
            </a:avLst>
          </a:prstGeom>
          <a:solidFill>
            <a:srgbClr val="1E1E3A"/>
          </a:solidFill>
          <a:ln w="12700">
            <a:solidFill>
              <a:srgbClr val="2D2D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D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长期改进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5544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UE5 导入测试</a:t>
            </a:r>
            <a:endParaRPr lang="en-US" sz="11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FBX 导出 / Blueprint 创建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骨骼绑定兼容性测试</a:t>
            </a:r>
            <a:endParaRPr lang="en-US" sz="11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Auto-Rig + Automatic Weights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自采集数据集验证</a:t>
            </a:r>
            <a:endParaRPr lang="en-US" sz="11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多角度拍摄 + COLMAP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容器化部署</a:t>
            </a:r>
            <a:endParaRPr lang="en-US" sz="11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消除环境配置门槛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几何检查自动化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8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完成工作</a:t>
            </a:r>
            <a:endParaRPr lang="en-US" sz="13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+ train 双场景完整复现 SuGaR 5 步流程</a:t>
            </a:r>
            <a:endParaRPr lang="en-US" sz="13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输出带 UV 纹理的 OBJ mesh，Blender 验证通过</a:t>
            </a:r>
            <a:endParaRPr lang="en-US" sz="13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章接口文档 + 一键脚本 + GitHub Pages 部署</a:t>
            </a:r>
            <a:endParaRPr lang="en-US" sz="13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标准化输出目录清单 + Blender 资产检查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技术贡献</a:t>
            </a:r>
            <a:endParaRPr lang="en-US" sz="13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 refined_mesh.py 3 个 bug (路径解析/目录处理/mesh 查找)</a:t>
            </a:r>
            <a:endParaRPr lang="en-US" sz="13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 WSL 7.6GB 内存限制 (--data_device cpu)</a:t>
            </a:r>
            <a:endParaRPr lang="en-US" sz="13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 7 类失败案例及解决方案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可复用性</a:t>
            </a:r>
            <a:endParaRPr lang="en-US" sz="13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后续成员可按文档复现，无需重新摸索</a:t>
            </a:r>
            <a:endParaRPr lang="en-US" sz="1300" dirty="0"/>
          </a:p>
          <a:p>
            <a:pPr lvl="1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支持自采集数据 (COLMAP 格式输入)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800" dirty="0"/>
          </a:p>
        </p:txBody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250" kern="0" dirty="0">
                <a:solidFill>
                  <a:srgbClr val="FFFF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7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Pipeline - Gaussian to Mesh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0" y="3108960"/>
            <a:ext cx="365760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仓库  |  在线文档  |  标准化输出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https://github.com/zhumeng-bit/sugar-gaussian-to-mesh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https://zhumeng-bit.github.io/sugar-gaussian-to-mesh/</a:t>
            </a:r>
            <a:endParaRPr lang="en-US" sz="9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SuGaR: Gaussian to Mesh</dc:title>
  <dc:subject>PptxGenJS Presentation</dc:subject>
  <dc:creator>zhumeng-bit</dc:creator>
  <cp:lastModifiedBy>zhumeng-bit</cp:lastModifiedBy>
  <cp:revision>1</cp:revision>
  <dcterms:created xsi:type="dcterms:W3CDTF">2026-06-24T12:18:04Z</dcterms:created>
  <dcterms:modified xsi:type="dcterms:W3CDTF">2026-06-24T12:18:04Z</dcterms:modified>
</cp:coreProperties>
</file>